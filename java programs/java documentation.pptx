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g"/>
  <Override PartName="/ppt/notesSlides/notesSlide3.xml" ContentType="application/vnd.openxmlformats-officedocument.presentationml.notesSlide+xml"/>
  <Override PartName="/ppt/media/image3.jpg" ContentType="image/jpg"/>
  <Override PartName="/ppt/notesSlides/notesSlide4.xml" ContentType="application/vnd.openxmlformats-officedocument.presentationml.notesSlide+xml"/>
  <Override PartName="/ppt/media/image4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8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10.jpg" ContentType="image/jpg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3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https://thumbs.dreamstime.com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https://d.wattpad.com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https://www.dewpoint.com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https://www.textmessage.pro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https://arkesel.com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https://themerkle.com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https://digital-tricksters.com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7556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98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224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418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582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7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889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3062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51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027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1918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068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3204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5113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472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147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63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2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3D455-6922-84AF-90CB-786DF8C7A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06" y="768992"/>
            <a:ext cx="2132135" cy="2006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D309D5-38CC-627F-5E8C-77EB3476E9B4}"/>
              </a:ext>
            </a:extLst>
          </p:cNvPr>
          <p:cNvSpPr txBox="1"/>
          <p:nvPr/>
        </p:nvSpPr>
        <p:spPr>
          <a:xfrm>
            <a:off x="3538025" y="1606020"/>
            <a:ext cx="5099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Java Programming</a:t>
            </a:r>
            <a:endParaRPr lang="en-IN" sz="3600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B1877-5E35-2C7E-CC3B-9B5C3471C0F1}"/>
              </a:ext>
            </a:extLst>
          </p:cNvPr>
          <p:cNvSpPr txBox="1"/>
          <p:nvPr/>
        </p:nvSpPr>
        <p:spPr>
          <a:xfrm>
            <a:off x="5862716" y="2444792"/>
            <a:ext cx="2398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4"/>
                </a:solidFill>
              </a:rPr>
              <a:t>Subject code :-cucs1004</a:t>
            </a:r>
            <a:endParaRPr lang="en-IN" sz="1050" b="1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11278-7D7E-2854-3254-09B0E940B188}"/>
              </a:ext>
            </a:extLst>
          </p:cNvPr>
          <p:cNvSpPr txBox="1"/>
          <p:nvPr/>
        </p:nvSpPr>
        <p:spPr>
          <a:xfrm>
            <a:off x="5989323" y="3481755"/>
            <a:ext cx="1839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4"/>
                </a:solidFill>
              </a:rPr>
              <a:t>PRESENTED BY:-</a:t>
            </a:r>
          </a:p>
          <a:p>
            <a:r>
              <a:rPr lang="en-IN" sz="800" b="1" dirty="0">
                <a:solidFill>
                  <a:schemeClr val="accent4"/>
                </a:solidFill>
              </a:rPr>
              <a:t>Asha </a:t>
            </a:r>
            <a:r>
              <a:rPr lang="en-IN" sz="800" b="1" dirty="0" err="1">
                <a:solidFill>
                  <a:schemeClr val="accent4"/>
                </a:solidFill>
              </a:rPr>
              <a:t>nakkana</a:t>
            </a:r>
            <a:r>
              <a:rPr lang="en-IN" sz="800" b="1" dirty="0">
                <a:solidFill>
                  <a:schemeClr val="accent4"/>
                </a:solidFill>
              </a:rPr>
              <a:t> (231801130027)</a:t>
            </a:r>
          </a:p>
          <a:p>
            <a:r>
              <a:rPr lang="en-IN" sz="800" b="1" dirty="0" err="1">
                <a:solidFill>
                  <a:schemeClr val="accent4"/>
                </a:solidFill>
              </a:rPr>
              <a:t>M.Poojitha</a:t>
            </a:r>
            <a:r>
              <a:rPr lang="en-IN" sz="800" b="1" dirty="0">
                <a:solidFill>
                  <a:schemeClr val="accent4"/>
                </a:solidFill>
              </a:rPr>
              <a:t> (231801410020)</a:t>
            </a:r>
          </a:p>
          <a:p>
            <a:r>
              <a:rPr lang="en-US" sz="800" b="1" dirty="0" err="1">
                <a:solidFill>
                  <a:schemeClr val="accent4"/>
                </a:solidFill>
              </a:rPr>
              <a:t>K.Vijaya</a:t>
            </a:r>
            <a:r>
              <a:rPr lang="en-US" sz="800" b="1" dirty="0">
                <a:solidFill>
                  <a:schemeClr val="accent4"/>
                </a:solidFill>
              </a:rPr>
              <a:t> Laxmi(231801400008)</a:t>
            </a:r>
          </a:p>
          <a:p>
            <a:r>
              <a:rPr lang="en-US" sz="800" b="1" dirty="0" err="1">
                <a:solidFill>
                  <a:schemeClr val="accent4"/>
                </a:solidFill>
              </a:rPr>
              <a:t>V.Dinesh</a:t>
            </a:r>
            <a:r>
              <a:rPr lang="en-US" sz="800" b="1" dirty="0">
                <a:solidFill>
                  <a:schemeClr val="accent4"/>
                </a:solidFill>
              </a:rPr>
              <a:t> Kumar (231801130012)</a:t>
            </a:r>
          </a:p>
          <a:p>
            <a:r>
              <a:rPr lang="en-US" sz="800" b="1" dirty="0" err="1">
                <a:solidFill>
                  <a:schemeClr val="accent4"/>
                </a:solidFill>
              </a:rPr>
              <a:t>Ch.varun</a:t>
            </a:r>
            <a:r>
              <a:rPr lang="en-US" sz="800" b="1" dirty="0">
                <a:solidFill>
                  <a:schemeClr val="accent4"/>
                </a:solidFill>
              </a:rPr>
              <a:t> </a:t>
            </a:r>
            <a:r>
              <a:rPr lang="en-US" sz="800" b="1" dirty="0" err="1">
                <a:solidFill>
                  <a:schemeClr val="accent4"/>
                </a:solidFill>
              </a:rPr>
              <a:t>kumar</a:t>
            </a:r>
            <a:r>
              <a:rPr lang="en-US" sz="800" b="1" dirty="0">
                <a:solidFill>
                  <a:schemeClr val="accent4"/>
                </a:solidFill>
              </a:rPr>
              <a:t>(2318011300210)</a:t>
            </a:r>
          </a:p>
          <a:p>
            <a:r>
              <a:rPr lang="en-US" sz="800" b="1" dirty="0" err="1">
                <a:solidFill>
                  <a:schemeClr val="accent4"/>
                </a:solidFill>
              </a:rPr>
              <a:t>B.Durgaprasad</a:t>
            </a:r>
            <a:r>
              <a:rPr lang="en-US" sz="800" b="1" dirty="0">
                <a:solidFill>
                  <a:schemeClr val="accent4"/>
                </a:solidFill>
              </a:rPr>
              <a:t>(231801410021)</a:t>
            </a:r>
          </a:p>
          <a:p>
            <a:endParaRPr lang="en-US" sz="800" b="1" dirty="0">
              <a:solidFill>
                <a:schemeClr val="accent4"/>
              </a:solidFill>
            </a:endParaRPr>
          </a:p>
          <a:p>
            <a:endParaRPr lang="en-IN" sz="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E79E3-75E2-0283-F5BE-9B70847E099D}"/>
              </a:ext>
            </a:extLst>
          </p:cNvPr>
          <p:cNvSpPr txBox="1"/>
          <p:nvPr/>
        </p:nvSpPr>
        <p:spPr>
          <a:xfrm>
            <a:off x="5162844" y="2775708"/>
            <a:ext cx="3555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</a:rPr>
              <a:t>Guided by :-MR </a:t>
            </a:r>
            <a:r>
              <a:rPr lang="en-US" sz="1600" b="1" dirty="0" err="1">
                <a:solidFill>
                  <a:schemeClr val="accent4"/>
                </a:solidFill>
              </a:rPr>
              <a:t>M.Aswin</a:t>
            </a:r>
            <a:r>
              <a:rPr lang="en-US" sz="1600" b="1" dirty="0">
                <a:solidFill>
                  <a:schemeClr val="accent4"/>
                </a:solidFill>
              </a:rPr>
              <a:t> </a:t>
            </a:r>
            <a:r>
              <a:rPr lang="en-US" sz="1600" b="1" dirty="0" err="1">
                <a:solidFill>
                  <a:schemeClr val="accent4"/>
                </a:solidFill>
              </a:rPr>
              <a:t>kumar</a:t>
            </a:r>
            <a:endParaRPr lang="en-IN" sz="16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9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163" y="23431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accent4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 Based Login System</a:t>
            </a:r>
            <a:endParaRPr lang="en-US" sz="4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humbs.dreamstime.com/z/otp-one-time-password-step-authentication-data-protection-internet-security-concept-otp-one-time-password-step-authentication-data-2544349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OTP-Based Login System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 stands for One-Time Password, a security feature for user authentication.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method generates a unique password for each login attempt, enhancing security.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OTPs can be delivered via SMS, email, or authenticator apps, providing convenience.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.wattpad.com/story_parts/88412511/images/13b08f5b2e25b9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 OTPs Work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When a user attempts to log in, a request is sent to the server for an OTP.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server generates a random OTP and sends it to the user’s registered contact method.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user must enter the OTP within a specific time frame to complete the login process.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dewpoint.com/wp-content/uploads/2023/04/169410539_l_normal_none-sca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OTP-Based Login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OTPs significantly reduce the risk of unauthorized access to user accounts.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eliminate the reliance on static passwords, which can be easily compromised.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Users can feel more secure, knowing that their login credentials are not stored long-term.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OTP Generation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Time-based OTPs (TOTP) change based on time intervals, typically every 30 seconds.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Event-based OTPs (HOTP) are generated based on a counter, increasing with each request.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Both methods can be implemented in various applications, enhancing flexibility.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9A942D-FFC5-BF47-2DA3-DE72FF372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40" y="1235392"/>
            <a:ext cx="4032260" cy="2267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textmessage.pro/upload/images/pages/ot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Delivery Methods for OTPs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SMS is a common method, where users receive the OTP as a text message.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Email delivery is another option, allowing users to check their inbox for the OTP.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Authenticator apps provide a more secure method, generating OTPs directly on the device.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Security Considerations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While OTPs enhance security, they are still susceptible to interception if not secured.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Users must be educated about phishing attacks that could compromise their OTPs.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encryption for OTP transmission can significantly reduce risks.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37D19-3700-483B-7906-F53CD792E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284" y="1255688"/>
            <a:ext cx="3083755" cy="1881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rkesel.com/wp-content/uploads/2024/11/20602805_6333220-1-1024x1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OTP in Applications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Developers can integrate OTP systems using APIs provided by third-party services.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Custom implementations require careful consideration of security and usability.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Testing the OTP system is essential to ensure reliability and user satisfaction.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of OTP-Based Systems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Users may face issues if they do not receive their OTP due to network problems.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OTPs can be cumbersome for users who prefer quick access without extra steps.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Balancing security with user experience is a constant challenge for developers.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D71FB-4177-D988-0DE9-C214D8F14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165" y="1231802"/>
            <a:ext cx="3474721" cy="2679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hemerkle.com/wp-content/uploads-new/2017/02/shutterstock_2100527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in OTP Technology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Biometric authentication may complement or replace OTPs for enhanced security.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use of machine learning can improve OTP generation and detection of anomalies.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As technology evolves, integrating OTPs with multi-factor authentication will become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igital-tricksters.com/wp-content/uploads/2021/07/OTP-Graphic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OTP-based login systems are a vital component of modern digital security strategies.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Their ability to provide temporary, secure access makes them a preferred choice.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advancements will likely make OTPs even more reliable and user-friendly.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Feel free to modify or expand upon any slide to better suit your presentation needs!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BBE125-0399-EE3A-DFA4-72FDE2F4F6D8}"/>
              </a:ext>
            </a:extLst>
          </p:cNvPr>
          <p:cNvSpPr txBox="1"/>
          <p:nvPr/>
        </p:nvSpPr>
        <p:spPr>
          <a:xfrm>
            <a:off x="2890911" y="1820695"/>
            <a:ext cx="487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/>
                </a:solidFill>
              </a:rPr>
              <a:t>THANKYOU</a:t>
            </a:r>
            <a:endParaRPr lang="en-IN" sz="5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1645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51</TotalTime>
  <Words>639</Words>
  <Application>Microsoft Office PowerPoint</Application>
  <PresentationFormat>On-screen Show (16:9)</PresentationFormat>
  <Paragraphs>97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Optima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Otp Based Login System</dc:title>
  <dc:subject>Otp Based Login System</dc:subject>
  <dc:creator>SlideMake.com</dc:creator>
  <cp:lastModifiedBy>DURGAPRASAD BENDI</cp:lastModifiedBy>
  <cp:revision>3</cp:revision>
  <dcterms:created xsi:type="dcterms:W3CDTF">2025-04-13T08:30:11Z</dcterms:created>
  <dcterms:modified xsi:type="dcterms:W3CDTF">2025-04-13T16:40:08Z</dcterms:modified>
</cp:coreProperties>
</file>